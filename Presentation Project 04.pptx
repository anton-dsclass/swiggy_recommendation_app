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0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8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9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3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3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2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9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5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45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8DDC1-4903-462E-8855-11E45776AE30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9F99F-5AE9-433B-9DD3-9E36954AA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8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4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4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4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46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46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46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ANTON</dc:creator>
  <cp:lastModifiedBy>ANTON</cp:lastModifiedBy>
  <cp:revision>2</cp:revision>
  <dcterms:created xsi:type="dcterms:W3CDTF">2025-10-27T11:00:58Z</dcterms:created>
  <dcterms:modified xsi:type="dcterms:W3CDTF">2026-01-09T12:13:29Z</dcterms:modified>
</cp:coreProperties>
</file>